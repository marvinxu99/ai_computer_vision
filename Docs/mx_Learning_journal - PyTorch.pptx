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4597-92FD-A954-E7A3-F764BE67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66A23-41BE-9536-FC53-FBE668137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1A038-0BAF-DE21-1AFF-0A97E3010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35A7A-F850-3717-F9A2-93B246334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E255-F4E8-2A5F-CFC5-041FBF51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138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F64C-396E-A69D-04FB-1B71D311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18758-952D-B39D-E842-5E23C835E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D6D30-9757-08D2-DCBE-2988E166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ED60B-024B-7EDE-4690-EE6F1718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17323-233B-E862-121C-EF051B89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983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35DA-A698-18EB-43B3-82B6B219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99AB3-6CA3-5E50-6967-DE5FE74D6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680A6-32EC-F22C-4454-BD808000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B9E97-ECD1-76F6-02E8-DA2DCBEA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AA1FA-DE53-9E8F-ADDC-F0A4CFE0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6005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A26C6-CD06-EA1C-A03C-3EB000E4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FBB47-39F7-FD5A-0A94-51603A3D4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21024-426E-5F08-9BCD-91DEDCEC2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BA904-76F1-06E7-4434-6BF147A8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ED341-D206-4E4F-628A-8C28A6F0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06993-F42A-E88C-0323-6A22DD2A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617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4204-2962-4C23-6F85-3CA49618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B01AD-7326-F2DD-DA08-F6175D7FA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D7CFA-F46E-4C7F-5FC8-FAFF8AD6F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077B9-DD90-DC82-7FBE-EB44AAB38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A93B8-D295-8644-B4EC-19C35DAB4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0398F-EFFF-12F1-9127-591495360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1612B-2E05-41DE-A2FB-CB90580E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CFB9B-26BA-29F9-A498-9929BB81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72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D2D3-D437-62B7-EA8F-C223E98E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CAAEE-7D29-7D6C-9BD4-930638C9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72BD0-9A46-E2BB-7822-A6E4760D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495F9-8665-4416-F2D4-2A8FA8A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9419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BEA33-B1D2-0DCF-C3A4-A833068A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DCE31E-675B-B2BF-2F88-3BAA13BA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E97E0-CF42-6C2D-25F6-B05E073D0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196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0109-A61C-86B5-966B-08A9AC3BF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8B32-AB9C-9DB6-690C-63B523AA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AAB3F-91C6-C642-853E-D9F04E84A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2C577-469D-533D-AF58-8F9E7E17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5C216-2354-D9F2-3F60-0F261C97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2C4D5-013A-E46C-09B3-85D52E5C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143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3BC6-4708-00C7-110C-91A537BBF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47202C-AFA5-6704-4747-9BFD3F613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4F0BB-2733-0375-186E-2EDD4A730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57516-7037-12F3-4771-0DB3C8BF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AF224-90B6-BEBC-BFC4-DA50205E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6BF8C-4D71-10CB-86AF-F3B5B535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289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404F-950E-8B68-2F3B-543362836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C69E9-7B34-EFF8-FFB9-00F8BE647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A0F77-E0F6-985D-3CD0-731E23A3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D2661-3982-FAF8-753D-706C8A28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CDEA4-7332-747A-67F1-711993B8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7178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1DDC30-0983-B9B9-C508-2C3D2BDA0D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65C15-841E-67FD-1B71-48FBAAF9E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42D1E-7FCA-054E-95A1-C6D64A3D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9D1E-D3BB-D424-82F9-40461452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8FEB4-05AD-EB49-FA85-56CB4273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690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CD200F-F706-36B9-CE6A-DAC196E1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7F12E-8ECB-F6B1-FD31-A50AEE81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D3EB4-7924-6529-B9EA-8F4F80565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1E65E-09D3-4438-A313-078BFB0B55A5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9C297-63A5-7161-9E3D-AAC30CA7B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6E051-7E2D-BEBA-8F5E-9A71046F5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5FCDB-58AC-41A0-B043-1378EE637B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42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yLFCVYua6Q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9DB03-59E9-56E1-AD83-382CC5C334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Machine Learning</a:t>
            </a:r>
            <a:br>
              <a:rPr lang="en-CA" dirty="0"/>
            </a:br>
            <a:r>
              <a:rPr lang="en-CA" dirty="0" err="1"/>
              <a:t>PyTorch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E4DFD-B12B-93BB-9E9E-F7F393AA23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18877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4C7C-3153-DCB1-A50E-08A345E4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In-depth </a:t>
            </a:r>
            <a:r>
              <a:rPr lang="en-CA" dirty="0" err="1"/>
              <a:t>Autograd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8357D-ED0A-E555-5F0E-C4F9CC807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1600" dirty="0"/>
              <a:t>This </a:t>
            </a:r>
            <a:r>
              <a:rPr lang="en-CA" sz="1600" dirty="0" err="1"/>
              <a:t>youtube</a:t>
            </a:r>
            <a:r>
              <a:rPr lang="en-CA" sz="1600" dirty="0"/>
              <a:t> video -</a:t>
            </a:r>
            <a:r>
              <a:rPr lang="en-CA" sz="1600" dirty="0" err="1">
                <a:hlinkClick r:id="rId2"/>
              </a:rPr>
              <a:t>ttps</a:t>
            </a:r>
            <a:r>
              <a:rPr lang="en-CA" sz="1600" dirty="0">
                <a:hlinkClick r:id="rId2"/>
              </a:rPr>
              <a:t>://www.youtube.com/watch?v=syLFCVYua6Q</a:t>
            </a:r>
            <a:r>
              <a:rPr lang="en-C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425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7AD45B-78AD-281D-983A-CFDAE3867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53" y="241540"/>
            <a:ext cx="11251693" cy="637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73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Machine Learning PyTorch</vt:lpstr>
      <vt:lpstr>In-depth Autograd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Marvin Xu</dc:creator>
  <cp:lastModifiedBy>Marvin Xu</cp:lastModifiedBy>
  <cp:revision>3</cp:revision>
  <dcterms:created xsi:type="dcterms:W3CDTF">2025-11-04T16:47:07Z</dcterms:created>
  <dcterms:modified xsi:type="dcterms:W3CDTF">2025-11-04T16:50:08Z</dcterms:modified>
</cp:coreProperties>
</file>